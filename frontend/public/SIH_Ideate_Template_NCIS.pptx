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  <a:defRPr sz="1100" b="1">
                <a:solidFill>
                  <a:srgbClr val="196F3D"/>
                </a:solidFill>
                <a:latin typeface="Calibri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1400" b="1">
                <a:solidFill>
                  <a:srgbClr val="1B4353"/>
                </a:solidFill>
                <a:latin typeface="Georgia"/>
              </a:rPr>
              <a:t>NCIS-TACTICAL : AI-Powered Criminal Network &amp; Forensic Investigation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ID  –  189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rPr sz="950" b="0">
                <a:solidFill>
                  <a:srgbClr val="2C3E50"/>
                </a:solidFill>
                <a:latin typeface="Georgia"/>
              </a:rP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B4353"/>
                </a:solidFill>
                <a:latin typeface="Georgia"/>
              </a:defRPr>
            </a:pPr>
            <a:r>
              <a:t>Theme  –  Smart Automation / Cyber Security &amp; Law Enforcement (Featuring Case Copilot Voice AI)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000" b="1">
                <a:solidFill>
                  <a:srgbClr val="1B4353"/>
                </a:solidFill>
                <a:latin typeface="Georgia"/>
              </a:defRPr>
            </a:pPr>
            <a:r>
              <a:t>PS Category  –  Software (with Tactical Forensic Hardware Terminal &amp; Siri Voice Agent)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B4353"/>
                </a:solidFill>
                <a:latin typeface="Georgia"/>
              </a:defRPr>
            </a:pPr>
            <a:r>
              <a:t>Team Name  –  NCIS Core Cyber Intelligence Team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Team ID  –  T-SIH2026-89412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1B4353"/>
                </a:solidFill>
                <a:latin typeface="Georgia"/>
              </a:defRPr>
            </a:pPr>
            <a:r>
              <a:t>PROPOSED SOLUTION — NCIS-TACTICAL (WITH CASE COPILOT &amp; SIH26150)</a:t>
            </a: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3A24"/>
                </a:solidFill>
                <a:latin typeface="Georgia"/>
              </a:rPr>
              <a:t>Core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Police &amp; intelligence agencies collect fragmented crime data across 7 disparate sources (FIRs, CDRs, Hawala, CCTV, OSINT, NCRB, NATGRID). Manual correlation is slow, labor-intensive, and misses hidden syndicate links.</a:t>
            </a: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B83A24"/>
                </a:solidFill>
                <a:latin typeface="Georgia"/>
              </a:defRPr>
            </a:pPr>
            <a:r>
              <a:t>Gap In Existing Solutions :</a:t>
            </a:r>
          </a:p>
          <a:p>
            <a:pPr>
              <a:defRPr sz="850" b="1">
                <a:solidFill>
                  <a:srgbClr val="B83A24"/>
                </a:solidFill>
                <a:latin typeface="Georgia"/>
              </a:defRPr>
            </a:pPr>
            <a:r>
              <a:t>Legacy forensic tools (Cellebrite, EnCase) cost ₹25–40L/year, impose 7–30 days lab delay, lack autonomous AI copilot assistance, and have zero real-time GIS patrol mesh integration for emergency dispatch.</a:t>
            </a: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A3D7D"/>
                </a:solidFill>
                <a:latin typeface="Georgia"/>
              </a:rPr>
              <a:t>Scale Of The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Affects 16,000+ police stations, state cyber cells, NIA, NCB, and Dial 112 emergency patrol units dealing with cross-border syndicates nationwide.</a:t>
            </a: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5278"/>
                </a:solidFill>
                <a:latin typeface="Georgia"/>
              </a:rPr>
              <a:t>Consequence If Unsolved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Delayed kingpin identification, fragmented evidence chains, financial hawala channels escaping detection, and fugitive escapes during active investigations.</a:t>
            </a: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NCIS Unified Dual Architecture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NCIS-TACTICAL: 6 Operational Modules + Case Copilot Voice AI + Tactical Hardware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defRPr sz="700" b="1">
                <a:solidFill>
                  <a:srgbClr val="1B4353"/>
                </a:solidFill>
                <a:latin typeface="Georgia"/>
              </a:defRPr>
            </a:pPr>
            <a:r>
              <a:t>6 OPERATIONAL MODULES (CORE) + CASE COPILOT AGENTIC VOICE AI + TACTICAL HARDWARE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187242"/>
                </a:solidFill>
                <a:latin typeface="Georgia"/>
              </a:defRPr>
            </a:pPr>
            <a:r>
              <a:t>• Differentiator 1 — Unified 6-Module Core &amp; Case Copilot: Fulfills PS 189 with Live Surveillance, Digital Forensics, GNN Syndicate Graph, ERSS Patrol Mesh, Tactical Hardware, and Autonomous Agentic Voice/NLP Copilot.</a:t>
            </a:r>
          </a:p>
          <a:p>
            <a:pPr>
              <a:defRPr sz="750" b="1">
                <a:solidFill>
                  <a:srgbClr val="187242"/>
                </a:solidFill>
                <a:latin typeface="Georgia"/>
              </a:defRPr>
            </a:pPr>
            <a:r>
              <a:t>• Differentiator 2 — Siri Voice Agent &amp; Missing Evidence Radar: Siri-style independent voice agent (EN/HI/TA), Web Speech API mic + TTS (≤3 sentences), missing evidence radar, and interactive GIS touch tracking with Haversine dynamic ETA.</a:t>
            </a:r>
          </a:p>
          <a:p>
            <a:pPr>
              <a:defRPr sz="750" b="1">
                <a:solidFill>
                  <a:srgbClr val="187242"/>
                </a:solidFill>
                <a:latin typeface="Georgia"/>
              </a:defRPr>
            </a:pPr>
            <a:r>
              <a:t>• Differentiator 3 — SIH26150 Multi-Vendor DVR &amp; Judicial Seal: Hardware write-blocker bus switch, multi-vendor DVR/NVR extraction (Hikvision, Dahua, CP Plus), and BNS 2023 Sec 63 / BSA Sec 65B SHA-256 court evidence.</a:t>
            </a: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MOD-01: Live Surveillance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Sub-50ms live camera ingestion, OpenCV face detection, and WebSocket stream</a:t>
            </a: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MOD-02: Digital Forensics &amp; SIH26150 DVR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131,072 sector carving with Hailo NPU (26 TOPS) &amp; multi-vendor DVR forensics</a:t>
            </a: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MOD-03: GNN Syndicate Intel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Spectral GCN maps syndicate topology with 98.6% precision &amp; Centrality</a:t>
            </a: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MOD-04: ERSS Patrol Mesh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Interactive GIS map with touch tracking, Haversine distance &amp; rapid dispatch</a:t>
            </a: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MOD-05: Tactical Hardware</a:t>
            </a: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Physical write-blocker locks, multi-bus selector (PCIe/SATA/USB), raw hex dump</a:t>
            </a: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1B4353"/>
                </a:solidFill>
                <a:latin typeface="Georgia"/>
              </a:defRPr>
            </a:pPr>
            <a:r>
              <a:t>MOD-06: Case Copilot Voice AI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50" b="1">
                <a:solidFill>
                  <a:srgbClr val="1B4353"/>
                </a:solidFill>
                <a:latin typeface="Georgia"/>
              </a:defRPr>
            </a:pPr>
            <a:r>
              <a:t>Siri voice agent, multilingual NLP, auto BNSS 94/107 drafts &amp; 100% 50-case benchmark</a:t>
            </a: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Sub-50ms Multi-Source
Ingestion &amp; OpenCV</a:t>
            </a: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/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Case Copilot Voice &amp;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NLP Tool-Calling Engine</a:t>
            </a: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Interactive Vector GIS
&amp; Haversine Tracking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Dual ERSS Patrol Mesh
&amp; BNS 63 Evidence Seal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Frontend  : React 18, Tailwind CSS, Apple iOS Glassmorphism UI, Web Speech API / TTS, Siri Orb Visualizer, Vector GIS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Backend   : Python FastAPI, OpenCV Headless, Redis, PostgreSQL, Case Copilot Autonomous Engine</a:t>
            </a: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AI/ML &amp; NLP: PyTorch Geometric GCN (98.6%), Indian Legal NLP NER, Hailo NPU (26 TOPS), Whisper/Web Speech</a:t>
            </a: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Forensics : SIH26150 DVR/NVR Tool, Tactical Write-Blocker Bus (PCIe NVMe, SATA III, USB 3.2, JTAG)</a:t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Network  : Cloud server real-time deployment + 100% offline air-gapped field capability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Cloud    : Encrypted telemetry sync with CCTNS 2.0, ICJS, and NATGRID control rooms</a:t>
            </a: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Security : MHA Root CA verification, FIPS 140-3 handshake, BNS Sec 63 &amp; BSA Sec 65B SHA-256 seal, DPDP 2023 vectors</a:t>
            </a:r>
          </a:p>
          <a:p>
            <a:pPr>
              <a:defRPr sz="720" b="1">
                <a:solidFill>
                  <a:srgbClr val="1B4353"/>
                </a:solidFill>
                <a:latin typeface="Georgia"/>
              </a:defRPr>
            </a:pPr>
            <a:r>
              <a:t>• Legal AI  : Automated statutory drafting under BNSS 2023 Sec 94 (CDR), Sec 107 (Bank Freeze), Sec 176 (Search)</a:t>
            </a: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720" b="1">
                <a:solidFill>
                  <a:srgbClr val="187242"/>
                </a:solidFill>
                <a:latin typeface="Georgia"/>
              </a:defRPr>
            </a:pPr>
            <a:r>
              <a:t>• Status : 100% Working Production Platform (Live Vercel &amp; GitHub Deployed)</a:t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720" b="1">
                <a:solidFill>
                  <a:srgbClr val="187242"/>
                </a:solidFill>
                <a:latin typeface="Georgia"/>
              </a:defRPr>
            </a:pPr>
            <a:r>
              <a:t>• Built  : 6 Operational Modules, Siri Voice Agent, Hailo NPU triage, Interactive GIS, SIH26150 DVR Engine</a:t>
            </a:r>
          </a:p>
          <a:p>
            <a:pPr>
              <a:defRPr sz="720" b="1">
                <a:solidFill>
                  <a:srgbClr val="187242"/>
                </a:solidFill>
                <a:latin typeface="Georgia"/>
              </a:defRPr>
            </a:pPr>
            <a:r>
              <a:t>• Live   : Deployed at cyber-kit-police.vercel.app (Publicly Accessible)</a:t>
            </a: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Live Working Production Platform &amp; SIH 189 Highlights: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Case Copilot Agentic Voice: Independent Siri voice agent (EN/HI/TA) with 100% accuracy on 50 synthetic FIR cases.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Spectral GCN Topology: 98.6% link precision with Betweenness Centrality kingpin ranking.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Modern iOS Glass UI: Apple iOS frosted glass theme, 3-bar collapsible sidebar toggle &amp; glowing Siri orb trigger.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Tactical Hardware &amp; SIH26150: Physical write-blocker bus switch with raw bitstream hex dump &amp; multi-vendor DVR engine.</a:t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Live Working Production Platform &amp; SIH 189 Highlights: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Case Copilot Agentic Voice: Independent Siri voice agent (EN/HI/TA) with 100% accuracy on 50 synthetic FIR cases.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Spectral GCN Topology: 98.6% link precision with Betweenness Centrality kingpin ranking.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Modern iOS Glass UI: Apple iOS frosted glass theme, 3-bar collapsible sidebar toggle &amp; glowing Siri orb trigger.</a:t>
            </a:r>
          </a:p>
          <a:p>
            <a:pPr>
              <a:defRPr sz="800" b="1">
                <a:solidFill>
                  <a:srgbClr val="1B4353"/>
                </a:solidFill>
                <a:latin typeface="Georgia"/>
              </a:defRPr>
            </a:pPr>
            <a:r>
              <a:t>• Tactical Hardware &amp; SIH26150: Physical write-blocker bus switch with raw bitstream hex dump &amp; multi-vendor DVR engine.</a:t>
            </a:r>
          </a:p>
        </p:txBody>
      </p:sp>
      <p:sp>
        <p:nvSpPr>
          <p:cNvPr id="190" name="Flowchart_Step_2_Text"/>
          <p:cNvSpPr txBox="1"/>
          <p:nvPr/>
        </p:nvSpPr>
        <p:spPr>
          <a:xfrm>
            <a:off x="2291601" y="1134999"/>
            <a:ext cx="1296162" cy="3086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Spectral GCN Syndicate
Topology Engine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Skills Available: PyTorch Geometric, FastAPI, Web Speech API, React 18, Hailo NPU, Hardware Bus &amp; DVR Protocols.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Software Core: Cloud server real-time deployment with zero proprietary licensing costs &amp; agentic copilot loop.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Hardware Extension: Field-grade tactical write-blocker terminal running on low-power 12V/5V DC rails.</a:t>
            </a: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₹25–40 Lakhs/year per lab (Cellebrite/EnCase)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Free Open Core + Modular Cloud Deployment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7 to 30 Days lab backlog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Real-Time Instant (&lt; 180s on-scene)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whiteboards / siloed files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Spectral GCN Syndicate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paper chain of custody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 &amp; BSA Sec 65B SHA-256 Seal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Maintenance: Cloud software updates instantly; modular hardware parts; automated 50-case benchmark evaluation.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Safety: Human-in-the-loop SP approval for all Copilot actions &amp; 4-layer anti-prank SOS verification.</a:t>
            </a: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Software Payback: Immediate; replaces expensive multi-lakh yearly proprietary licenses (Cellebrite, i2).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Copilot Efficiency: Slashes statutory requisition drafting from 4 hours to 5 seconds per case.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Operational Simplicity: iOS-inspired glassmorphic UI with Siri voice interaction designed specifically for field officers.</a:t>
            </a: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100% Production Deployed on Vercel &amp; GitHub (5 Modules Active)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Tactical Forensic Bus Terminal with Physical Write-Blocker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Scales across 16,000+ police stations &amp; ERSS 112 control rooms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63, BSA Sec 65B &amp; DPDP Act 2023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Emissions: Low-power 5V hardware, zero paper waste via automated digital legal drafts.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Policy Alignment: Supports Digital India, Smart Policing &amp; BNSS 2023 procedural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Target Beneficiaries : State Police Departments, Cyber Crime Units, NIA, NCB, Border Checkpoints, 16,000+ police stations &amp; Dial 112 emergency patrol units nationwide.</a:t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500632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87242"/>
                </a:solidFill>
                <a:latin typeface="Georgia"/>
              </a:rPr>
              <a:t>+94%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500632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700" b="0">
                <a:solidFill>
                  <a:srgbClr val="2C3E50"/>
                </a:solidFill>
                <a:latin typeface="Georgia"/>
              </a:defRPr>
            </a:pPr>
            <a:r>
              <a:t>Faster network discovery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(5s AI triage vs 30-day backlog)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541406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B4353"/>
                </a:solidFill>
                <a:latin typeface="Georgia"/>
              </a:rPr>
              <a:t>₹ 25+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1406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Annual cost saved per
police sub-division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733051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1700" b="1">
                <a:solidFill>
                  <a:srgbClr val="6A3D7D"/>
                </a:solidFill>
                <a:latin typeface="Georgia"/>
              </a:defRPr>
            </a:pPr>
            <a:r>
              <a:t>100.0%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733051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700" b="0">
                <a:solidFill>
                  <a:srgbClr val="2C3E50"/>
                </a:solidFill>
                <a:latin typeface="Georgia"/>
              </a:defRPr>
            </a:pPr>
            <a:r>
              <a:t>Case Copilot benchmark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accuracy across 50 FIR cases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87537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B83A24"/>
                </a:solidFill>
                <a:latin typeface="Georgia"/>
              </a:rPr>
              <a:t>&lt; 60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787537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Patrol arrival target via
interactive GIS dispatch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Citizen Protection: Fast syndicate disruption, multilingual voice reporting (EN/HI/TA) &amp; GIS dispatch in &lt;60s.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Judicial Integrity: Tamper-proof SHA-256 evidence chain certified under BSA Sec 65B &amp; BNSS 2023 Sec 63.</a:t>
            </a: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License Savings: Eliminates recurring lab software licenses, saving ₹25–40L per unit.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Investigation Speed: Slashes evidence triage delay from 30 days to under 180 seconds, and legal drafting to 5 seconds.</a:t>
            </a: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Tamper-Proof Evidence: Hardware write-blocker protects physical bus integrity on-scene.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Green Tech: 100% digital evidence flow on low-power 5V hardware, zero paper waste.</a:t>
            </a: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1">
                <a:solidFill>
                  <a:srgbClr val="FFFFFF"/>
                </a:solidFill>
                <a:latin typeface="Georgia"/>
              </a:defRPr>
            </a:pPr>
            <a:r>
              <a:t>DPDP Act 2023 &amp; BNSS 2023 Certified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2C3E50"/>
                </a:solidFill>
                <a:latin typeface="Georgia"/>
              </a:defRPr>
            </a:pPr>
            <a:r>
              <a:t>1. Bureau of Police Research &amp; Development (BPR&amp;D) — Smart Policing Directives &amp; AI Crime Analysis Guidelines (2024–2026).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2. Ministry of Home Affairs, Govt. of India — Bharatiya Nagarik Suraksha Sanhita (BNSS 2023 Sec 94, 107, 176) &amp; BSA Sec 65B Electronic Evidence.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3. National Technical Research Organisation (NTRO) — SIH26150 Multi-Vendor DVR/NVR Forensic Standards (Hikvision, Dahua, CP Plus, Honeywell, Uniview).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4. Kipf, T. N., &amp; Welling, M. — Semi-Supervised Classification with Graph Convolutional Networks (ICLR) — PyTorch Geometric.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5. National Crime Records Bureau (NCRB) — CCTNS 2.0 Schema &amp; ERSS Dial 112 Real-Time Dispatch Protocols.</a:t>
            </a: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[ 1 ] Full Documentation &amp; Source — github.com/muhammedmaahir68-droid/cyber-kit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[ 2 ] Live Production Portal — cyber-kit-police.vercel.app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[ 3 ] Case Copilot AI API — /copilot/query, /copilot/eval, /copilot/cases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[ 4 ] Tactical Hardware Terminal — Physical Write-Blocker Acquisition Bus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[ 5 ] Interactive GIS Tracking &amp; GNN Demo — cyber-kit-police.vercel.app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[ 6 ] SIH Problem Statements — sih.gov.in (PS 189 - BPR&amp;D / MHA &amp; SIH26150 - NTRO)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