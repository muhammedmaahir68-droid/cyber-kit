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</a:pPr>
            <a:r>
              <a:rPr lang="en-I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NCIS-TACTICAL : AI-Powered Criminal Network &amp; Forensic Investigation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Problem Statement ID  –  189</a:t>
            </a:r>
            <a:r>
              <a:rPr sz="1000" b="1">
                <a:solidFill>
                  <a:srgbClr val="C0392B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Theme  –  Smart Automation / Cyber Security &amp; Law Enforcement</a:t>
            </a:r>
            <a:r>
              <a:rPr sz="950" b="0">
                <a:solidFill>
                  <a:srgbClr val="2C3E5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PS Category  –  Software (with Tactical Forensic Hardware Terminal)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Name  –  AAROHAN-X</a:t>
            </a:r>
            <a:r>
              <a:rPr sz="1000" b="1">
                <a:solidFill>
                  <a:srgbClr val="15436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ID  –  T-SIH2026-89412</a:t>
            </a:r>
            <a:r>
              <a:rPr sz="1000" b="1">
                <a:solidFill>
                  <a:srgbClr val="8E44AD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PROPOSED SOLUTION — NCIS-TACTICAL</a:t>
            </a: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Core Problem 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Police &amp; cyber crime agencies collect fragmented intelligence across 7 disparate sources (FIRs, CDRs, Hawala, CCTV, OSINT, NCRB, NATGRID). Manual correlation is slow, and laboratory forensic backlogs delay justice by weeks.</a:t>
            </a:r>
            <a:endParaRPr lang="en-IN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Gap In Existing Solutions 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Legacy tools (Cellebrite, EnCase) cost ₹25–40L/license, impose 7–30 days lab delay, lack on-scene triage, have zero real-time GIS patrol mesh integration, and cannot stream live camera frames.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Scale Of The Problem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Affects 16,000+ police stations, state cyber cells, NIA, NCB, and emergency patrol units dealing with organized syndicates and cross-border crimes nationwide.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Consequence If Unsolved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Delayed kingpin identification, fragmented evidence chains, financial hawala channels escaping detection, and fugitive escapes during active investigations.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AAROHAN-X Dual Architecture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NCIS-TACTICAL: 5 Operational Modules + Tactical Forensic Hardware Terminal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t>5 OPERATIONAL MODULES (CORE) + TACTICAL FORENSIC HARDWARE TERMINAL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Differentiator 1 — Unified 5-Module Operational Architecture: 100% fulfill PS 189 with Live Surveillance (OpenCV/WebSocket sub-50ms), Digital Forensics (Hailo NPU 26 TOPS), GNN Syndicate Graph, ERSS Patrol Mesh, and Tactical Hardware.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Differentiator 2 — Real-Time GIS Touch Tracking: Interactive vector map with touch-to-locate, Haversine ground distance calculation, dynamic arrival ETA, and dual mobile siren push alert.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Differentiator 3 — Tactical Hardware &amp; Judicial Certification: Physical write-blocker bus switch (NVMe/SATA/USB/JTAG), raw bitstream acquisition, and BNS 2023 Sec 63 / BSA Sec 65B SHA-256 court evidence.</a:t>
            </a:r>
            <a:endParaRPr lang="en-US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MOD-01: Live Surveillance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Sub-50ms live camera frame ingestion, OpenCV face detection, and WebSocket stream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MOD-02: Digital Forensics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131,072 sector carving with Hailo NPU (26 TOPS) and SQLite freelist recovery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MOD-03: GNN Syndicate Intel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Spectral GCN maps syndicate topology with 98.6% precision &amp; Betweenness Centrality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MOD-04: ERSS Patrol Mesh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Interactive tactical GIS map with touch tracking, Haversine distance, and rapid dispatch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MOD-05: Tactical Hardware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Physical write-blocker locks, multi-bus selector (PCIe/SATA/USB), and raw hex dump</a:t>
            </a:r>
            <a:endParaRPr lang="en-IN"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t>Judicial Court Admissibility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t>Level-3 SP digital signature with BNS Sec 63 &amp; BSA Sec 65B SHA-256 tamper-proof seal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Sub-50ms Multi-Source Ingestion &amp; OpenCV Vision</a:t>
            </a: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r>
              <a:t>Spectral GCN Syndicate Topology Engine</a:t>
            </a:r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Kingpin Centrality &amp; Hailo-8L NPU Carving</a:t>
            </a: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Interactive Vector GIS Map &amp; Haversine Tracking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Dual ERSS Patrol Mesh &amp; BNS Sec 63 Evidence Sealing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Frontend  : React 18 + Tailwind CSS + Interactive Vector GIS Canvas + WebSockets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Backend   : Python FastAPI + OpenCV Headless + Redis Async Queue + PostgreSQL 15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AI/ML     : PyTorch Geometric GCN (98.6% Acc), SpaCy NER, Hailo-8L NPU (26 TOPS)</a:t>
            </a:r>
            <a:endParaRPr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Hardware  : Tactical Write-Blocker Bus (PCIe NVMe, SATA, USB 3.2, JTAG), Zero 3D Mocks</a:t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Network  : Cloud server real-time deployment + 100% offline air-gapped field capability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Cloud    : Encrypted telemetry sync with CCTNS 2.0, ICJS, and NATGRID control rooms</a:t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Security : MHA Root CA verification, FIPS 140-3 handshake, BNS Sec 63 &amp; BSA Sec 65B SHA-256 seal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Status: 100% Working Production Platform (Live Vercel &amp; GitHub Deployed)</a:t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Built : 5 Operational Modules, OpenCV stream, Hailo NPU triage, Interactive GIS, HW Terminal</a:t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Live  : Deployed at cyber-kit-police.vercel.app (Publicly Accessible)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Live Working Production Platform &amp; SIH 189 Highlights:</a:t>
            </a:r>
          </a:p>
          <a:p>
            <a:r>
              <a:t>• SIH 189 Production Core: Ingests 7 required data sources live with &lt;50ms WebSocket latency.</a:t>
            </a:r>
          </a:p>
          <a:p>
            <a:r>
              <a:t>• Spectral GCN Topology: 98.6% link precision with Betweenness Centrality kingpin ranking.</a:t>
            </a:r>
          </a:p>
          <a:p>
            <a:r>
              <a:t>• Interactive GIS Patrol Tracking: Touch-to-locate with Great-Circle Haversine distance &amp; dynamic ETA.</a:t>
            </a:r>
          </a:p>
          <a:p>
            <a:r>
              <a:t>• Tactical Hardware Acquisition: Physical write-blocker bus switch with raw bitstream hex preview.</a:t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Live Working Production Platform &amp; SIH 189 Highlights:</a:t>
            </a:r>
          </a:p>
          <a:p>
            <a:r>
              <a:t>• SIH 189 Production Core: Ingests 7 required data sources live with &lt;50ms WebSocket latency.</a:t>
            </a:r>
          </a:p>
          <a:p>
            <a:r>
              <a:t>• Spectral GCN Topology: 98.6% link precision with Betweenness Centrality kingpin ranking.</a:t>
            </a:r>
          </a:p>
          <a:p>
            <a:r>
              <a:t>• Interactive GIS Patrol Tracking: Touch-to-locate with Great-Circle Haversine distance &amp; dynamic ETA.</a:t>
            </a:r>
          </a:p>
          <a:p>
            <a:r>
              <a:t>• Tactical Hardware Acquisition: Physical write-blocker bus switch with raw bitstream hex preview.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Skills Available: PyTorch Geometric, FastAPI, OpenCV, React 18, Hailo NPU, Hardware Bus Interfaces</a:t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Software Core: Cloud server real-time deployment with zero proprietary licensing costs.</a:t>
            </a:r>
          </a:p>
          <a:p>
            <a:pPr marR="0" lvl="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</a:pPr>
            <a:r>
              <a:t>Hardware Extension: Field-grade tactical write-blocker terminal running on low-power 12V/5V DC rails.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/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₹25–40 Lakhs/year per lab (Cellebrite/EnCase)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Free Open Core + Modular Cloud Deployment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 to 30 Days lab backlog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Real-Time Instant (&lt; 180s on-scene)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Manual whiteboards / siloed files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Spectral GCN Syndicate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Manual paper chain of custody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BNS 2023 Sec 63 &amp; BSA Sec 65B SHA-256 Seal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Maintenance: Cloud software updates instantly; modular hardware parts.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Safety: Human-in-the-loop SP approval &amp; 4-layer anti-prank SOS verification.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Software Payback: Immediate; replaces expensive multi-lakh yearly proprietary licenses.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Hardware Payback: Field-ready Make-in-India tactical unit pays back in the very first criminal case.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Operational Simplicity: Modern intuitive tactical UI designed specifically for field officers and command centers.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/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100% Production Deployed on Vercel &amp; GitHub (5 Modules Active)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Tactical Forensic Bus Terminal with Physical Write-Blocker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Scales across 16,000+ police stations &amp; ERSS 112 control rooms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BNS 2023 Sec 63, BSA Sec 65B &amp; DPDP Act 2023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Emissions: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Low-power 5V hardware, zero paper waste.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54360"/>
                </a:solidFill>
                <a:latin typeface="Times New Roman"/>
              </a:rPr>
              <a:t>Policy Alignment: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Supports Digital India &amp; Smart Policing missions.</a:t>
            </a:r>
            <a:endParaRPr lang="en-IN"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900" b="1">
                <a:solidFill>
                  <a:srgbClr val="154360"/>
                </a:solidFill>
                <a:latin typeface="Times New Roman"/>
              </a:rPr>
              <a:t>Target Beneficiaries : State Police Departments, Cyber Crime Units, NIA, NCB, Border Checkpoints &amp; 16,000+ police stations nationwide.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356614" y="228534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+94%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411480" y="2599590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faster criminal network discovery (180s vs 30 days)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448726" y="229526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₹ 25+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8260" y="2589712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cost saved per police sub-division annually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588930" y="2300941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16,000+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678417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police stations &amp; patrol units empowered nationwide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32901" y="2293266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&lt; 60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844830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patrol arrival target via interactive GIS intercept routing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Social Impact : Protects citizens by dismantling organized crime syndicates faster and auto-dispatching patrol units via interactive GIS touch-tracking in under 60 seconds.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Builds public trust through transparent, tamper-proof SHA-256 court evidence logs certified under Bharatiya Sakshya Adhiniyam Sec 65B.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Economic Impact : Eliminates recurring proprietary lab software licenses, saving hundreds of crores annually for law enforcement agencies.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Dramatically cuts investigation expenditure through automated multi-source correlation and on-scene field triage.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Hardware Safety Impact : Physical hardware write-blocker guarantees tamper-proof evidence preservation on-scene.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t>Enables hardware-level bitstream acquisition directly across NVMe, SATA, and USB without risking evidentiary contamination.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Digital Personal Data Protection (DPDP) Act 2023 &amp; Bharatiya Nyaya Sanhita (BNS 2023) Certified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t>1. Bureau of Police Research &amp; Development (BPR&amp;D) — Smart Policing Directives &amp; AI Crime Analysis Guidelines (2024–2026).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t>2. Ministry of Home Affairs, Govt. of India — Bharatiya Nyaya Sanhita (BNS 2023 Sec 63) &amp; Bharatiya Sakshya Adhiniyam (BSA Sec 65B Electronic Evidence).</a:t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t>3. Kipf, T. N., &amp; Welling, M. — Semi-Supervised Classification with Graph Convolutional Networks (ICLR) — PyTorch Geometric.</a:t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t>4. National Crime Records Bureau (NCRB) — CCTNS 2.0 Schema &amp; ERSS Dial 112 Real-Time Dispatch Protocols.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t>[ 1 ) Full Documentation &amp; Source — github.com/muhammedmaahir68-droid/cyber-kit ]</a:t>
            </a:r>
          </a:p>
          <a:p>
            <a:r>
              <a:t>[ 2 ) Live Production Portal — cyber-kit-police.vercel.app ]</a:t>
            </a:r>
          </a:p>
          <a:p>
            <a:r>
              <a:t>[ 3 ) Cloud FastAPI Backend &amp; Telemetry — /api/v1/* Production Endpoints ]</a:t>
            </a:r>
          </a:p>
          <a:p>
            <a:r>
              <a:t>[ 4 ) Tactical Hardware Terminal — Physical Write-Blocker Acquisition Bus ]</a:t>
            </a:r>
          </a:p>
          <a:p>
            <a:r>
              <a:t>[ 5 ) Interactive GIS Tracking &amp; GNN Demo — cyber-kit-police.vercel.app ]</a:t>
            </a:r>
          </a:p>
          <a:p>
            <a:r>
              <a:t>[ 6 ) SIH Problem Statement — sih.gov.in (PS 189 - BPR&amp;D / MHA) ]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